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ED21-E179-3720-F6D3-DB8D16F57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BE853-D812-95F6-0675-557821318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740D-313D-4413-B27C-3D23E66851E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3DBFB-F7D9-7079-F1A9-729EA0BE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9CB859-9015-3B6E-59FF-2EC28C049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75811-4E42-4A88-97D4-4DADFCCEE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13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064BA-11A3-122E-2787-9DC52BBFC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35053-83D2-5BBA-01EF-539CDF630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41F0E-50E5-7422-4C28-41B3ABF76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C740D-313D-4413-B27C-3D23E66851E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883A6-8D6D-4D9D-C758-EED6CF89C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DF320-B49E-815A-234B-C06CEC29B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75811-4E42-4A88-97D4-4DADFCCEE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5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ED5E451-DC5F-5CE0-5F4D-992E6BAA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>
                <a:solidFill>
                  <a:schemeClr val="bg1"/>
                </a:solidFill>
              </a:rPr>
              <a:t>Credit Card Financial Report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9BA5A5-7E2D-8FB3-2ACD-1E89386462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7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34024F4-455A-72F6-D0BD-3C331547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 panose="020B0004020202020204" pitchFamily="34" charset="0"/>
              </a:rPr>
              <a:t>Import Data to SQL database</a:t>
            </a:r>
            <a:endParaRPr lang="en-IN" b="1" dirty="0"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B211C2-B40D-AF97-DBAA-BA71B837B7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7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F849166-5733-E4B4-6624-6725B4B2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  <a:cs typeface="Segoe UI Light" panose="020B0502040204020203" pitchFamily="34" charset="0"/>
              </a:rPr>
              <a:t>DAX Queries</a:t>
            </a:r>
            <a:endParaRPr lang="en-US" dirty="0">
              <a:latin typeface="Aptos" panose="020B000402020202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29EB2A-FC5C-EE78-4EDF-C16F2D8644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7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98D7AD1-3443-EAD7-8094-2309F72D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DAX Queries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A7F26-4D60-AD50-47C3-607EEFF5FA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EF73436-F539-5621-992C-27E76FCF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  <a:cs typeface="Segoe UI Light" panose="020B0502040204020203" pitchFamily="34" charset="0"/>
              </a:rPr>
              <a:t>Project Insights</a:t>
            </a:r>
            <a:endParaRPr lang="en-US" dirty="0">
              <a:latin typeface="Aptos" panose="020B000402020202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61C65E-8DCE-ACA6-1671-4DB951F850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37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D3E7FC6-34BE-2DA6-A8A8-1D4B93E7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ptos" panose="020B0004020202020204" pitchFamily="34" charset="0"/>
              </a:rPr>
              <a:t>Thank You</a:t>
            </a:r>
            <a:endParaRPr lang="en-US" dirty="0">
              <a:latin typeface="Aptos" panose="020B000402020202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2C7A0A-CBCC-CC13-ACE2-9AE000FC11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70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Credit Card Financial Report</vt:lpstr>
      <vt:lpstr>Import Data to SQL database</vt:lpstr>
      <vt:lpstr>DAX Queries</vt:lpstr>
      <vt:lpstr>DAX Queries</vt:lpstr>
      <vt:lpstr>Project 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Navya Kapruwan</dc:creator>
  <cp:lastModifiedBy>Navya Kapruwan</cp:lastModifiedBy>
  <cp:revision>1</cp:revision>
  <dcterms:created xsi:type="dcterms:W3CDTF">2026-01-11T17:25:35Z</dcterms:created>
  <dcterms:modified xsi:type="dcterms:W3CDTF">2026-01-11T17:25:35Z</dcterms:modified>
</cp:coreProperties>
</file>